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44"/>
  </p:notesMasterIdLst>
  <p:handoutMasterIdLst>
    <p:handoutMasterId r:id="rId45"/>
  </p:handoutMasterIdLst>
  <p:sldIdLst>
    <p:sldId id="338" r:id="rId5"/>
    <p:sldId id="327" r:id="rId6"/>
    <p:sldId id="315" r:id="rId7"/>
    <p:sldId id="329" r:id="rId8"/>
    <p:sldId id="302" r:id="rId9"/>
    <p:sldId id="339" r:id="rId10"/>
    <p:sldId id="340" r:id="rId11"/>
    <p:sldId id="344" r:id="rId12"/>
    <p:sldId id="345" r:id="rId13"/>
    <p:sldId id="346" r:id="rId14"/>
    <p:sldId id="357" r:id="rId15"/>
    <p:sldId id="356" r:id="rId16"/>
    <p:sldId id="355" r:id="rId17"/>
    <p:sldId id="354" r:id="rId18"/>
    <p:sldId id="353" r:id="rId19"/>
    <p:sldId id="352" r:id="rId20"/>
    <p:sldId id="351" r:id="rId21"/>
    <p:sldId id="350" r:id="rId22"/>
    <p:sldId id="349" r:id="rId23"/>
    <p:sldId id="348" r:id="rId24"/>
    <p:sldId id="347" r:id="rId25"/>
    <p:sldId id="359" r:id="rId26"/>
    <p:sldId id="360" r:id="rId27"/>
    <p:sldId id="361" r:id="rId28"/>
    <p:sldId id="367" r:id="rId29"/>
    <p:sldId id="366" r:id="rId30"/>
    <p:sldId id="365" r:id="rId31"/>
    <p:sldId id="364" r:id="rId32"/>
    <p:sldId id="363" r:id="rId33"/>
    <p:sldId id="362" r:id="rId34"/>
    <p:sldId id="368" r:id="rId35"/>
    <p:sldId id="369" r:id="rId36"/>
    <p:sldId id="370" r:id="rId37"/>
    <p:sldId id="371" r:id="rId38"/>
    <p:sldId id="372" r:id="rId39"/>
    <p:sldId id="358" r:id="rId40"/>
    <p:sldId id="342" r:id="rId41"/>
    <p:sldId id="343" r:id="rId42"/>
    <p:sldId id="304"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hyperlink" Target="https://github.com/khushi-4817/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625517" y="3636599"/>
            <a:ext cx="5870573" cy="967485"/>
          </a:xfrm>
        </p:spPr>
        <p:txBody>
          <a:bodyPr vert="horz" lIns="91440" tIns="45720" rIns="91440" bIns="45720" rtlCol="0" anchor="t">
            <a:normAutofit/>
          </a:bodyPr>
          <a:lstStyle/>
          <a:p>
            <a:pPr algn="r"/>
            <a:r>
              <a:rPr lang="en-IN" sz="1800" dirty="0">
                <a:solidFill>
                  <a:schemeClr val="tx1"/>
                </a:solidFill>
                <a:latin typeface="Arial" panose="020B0604020202020204" pitchFamily="34" charset="0"/>
                <a:cs typeface="Arial" panose="020B0604020202020204" pitchFamily="34" charset="0"/>
              </a:rPr>
              <a:t>Name: </a:t>
            </a:r>
            <a:r>
              <a:rPr lang="en-IN" sz="1800" b="0" dirty="0">
                <a:solidFill>
                  <a:schemeClr val="tx1"/>
                </a:solidFill>
                <a:latin typeface="Arial" panose="020B0604020202020204" pitchFamily="34" charset="0"/>
                <a:cs typeface="Arial" panose="020B0604020202020204" pitchFamily="34" charset="0"/>
              </a:rPr>
              <a:t>Khushi Wanjari</a:t>
            </a:r>
          </a:p>
          <a:p>
            <a:pPr algn="r"/>
            <a:r>
              <a:rPr lang="en-IN" sz="1800" dirty="0">
                <a:solidFill>
                  <a:schemeClr val="tx1"/>
                </a:solidFill>
                <a:latin typeface="Arial" panose="020B0604020202020204" pitchFamily="34" charset="0"/>
                <a:cs typeface="Arial" panose="020B0604020202020204" pitchFamily="34" charset="0"/>
              </a:rPr>
              <a:t>College Name</a:t>
            </a:r>
            <a:r>
              <a:rPr lang="en-IN" sz="1800" b="0" dirty="0">
                <a:solidFill>
                  <a:schemeClr val="tx1"/>
                </a:solidFill>
                <a:latin typeface="Arial" panose="020B0604020202020204" pitchFamily="34" charset="0"/>
                <a:cs typeface="Arial" panose="020B0604020202020204" pitchFamily="34" charset="0"/>
              </a:rPr>
              <a:t>: Indira Gandhi National Open University</a:t>
            </a:r>
          </a:p>
          <a:p>
            <a:pPr algn="r"/>
            <a:endParaRPr lang="en-IN" sz="1800" b="0" dirty="0">
              <a:solidFill>
                <a:schemeClr val="tx1"/>
              </a:solidFill>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53248" y="2774937"/>
            <a:ext cx="9700878" cy="743448"/>
          </a:xfrm>
        </p:spPr>
        <p:txBody>
          <a:bodyPr>
            <a:normAutofit fontScale="90000"/>
          </a:bodyPr>
          <a:lstStyle/>
          <a:p>
            <a:r>
              <a:rPr lang="en-GB" sz="3200" dirty="0"/>
              <a:t>Project Title - </a:t>
            </a:r>
            <a:r>
              <a:rPr lang="en-US" sz="3200" u="sng" dirty="0">
                <a:latin typeface="Aldine721 BT" panose="02040603050506020403" pitchFamily="18" charset="0"/>
                <a:cs typeface="Arial" panose="020B0604020202020204" pitchFamily="34" charset="0"/>
              </a:rPr>
              <a:t>Seasonal Agriculture Performance Analysis</a:t>
            </a:r>
            <a:endParaRPr lang="en-IN" sz="3200" u="sng" dirty="0">
              <a:latin typeface="Aldine721 BT" panose="02040603050506020403" pitchFamily="18" charset="0"/>
              <a:cs typeface="Arial" panose="020B0604020202020204" pitchFamily="34"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315326" y="4441154"/>
            <a:ext cx="5870573"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AICTE STU ID: </a:t>
            </a:r>
            <a:r>
              <a:rPr lang="en-US" dirty="0">
                <a:latin typeface="Arial" panose="020B0604020202020204" pitchFamily="34" charset="0"/>
                <a:cs typeface="Arial" panose="020B0604020202020204" pitchFamily="34" charset="0"/>
              </a:rPr>
              <a:t>STU695e114374c101767772483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00080" y="2102230"/>
            <a:ext cx="6995604" cy="3607987"/>
          </a:xfrm>
        </p:spPr>
        <p:txBody>
          <a:bodyPr vert="horz" lIns="91440" tIns="45720" rIns="91440" bIns="45720" rtlCol="0" anchor="t">
            <a:noAutofit/>
          </a:bodyPr>
          <a:lstStyle/>
          <a:p>
            <a:pPr>
              <a:lnSpc>
                <a:spcPct val="100000"/>
              </a:lnSpc>
            </a:pPr>
            <a:r>
              <a:rPr lang="en-US" sz="1800" dirty="0">
                <a:latin typeface="Arial" panose="020B0604020202020204" pitchFamily="34" charset="0"/>
                <a:cs typeface="Arial" panose="020B0604020202020204" pitchFamily="34"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1800" dirty="0">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400" y="805213"/>
            <a:ext cx="6125412"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138B645D-B9A1-D99A-165E-1F4A3168AFB1}"/>
              </a:ext>
            </a:extLst>
          </p:cNvPr>
          <p:cNvSpPr txBox="1"/>
          <p:nvPr/>
        </p:nvSpPr>
        <p:spPr>
          <a:xfrm>
            <a:off x="887943" y="1879506"/>
            <a:ext cx="8504710" cy="3970318"/>
          </a:xfrm>
          <a:prstGeom prst="rect">
            <a:avLst/>
          </a:prstGeom>
          <a:noFill/>
        </p:spPr>
        <p:txBody>
          <a:bodyPr wrap="square" rtlCol="0">
            <a:spAutoFit/>
          </a:bodyPr>
          <a:lstStyle/>
          <a:p>
            <a:pPr marL="285750" indent="-285750">
              <a:buClr>
                <a:schemeClr val="accent4">
                  <a:lumMod val="75000"/>
                </a:schemeClr>
              </a:buClr>
              <a:buFont typeface="Wingdings" panose="05000000000000000000" pitchFamily="2" charset="2"/>
              <a:buChar char="§"/>
            </a:pPr>
            <a:r>
              <a:rPr lang="en-US" dirty="0">
                <a:latin typeface="Arial" panose="020B0604020202020204" pitchFamily="34" charset="0"/>
                <a:cs typeface="Arial" panose="020B0604020202020204" pitchFamily="34" charset="0"/>
              </a:rPr>
              <a:t>The Seasonal Agriculture Performance Analysis project examines agricultural data to understand how farm performance changes across different seasons, crops, states, and irrigation methods. The dataset contains 4,000 farm records and 28 variables, including rainfall, temperature, soil conditions, fertilizer use, water use, crop yield, production, revenue, cost, and profit.</a:t>
            </a:r>
          </a:p>
          <a:p>
            <a:pPr marL="285750" indent="-285750">
              <a:buClr>
                <a:schemeClr val="accent4">
                  <a:lumMod val="75000"/>
                </a:schemeClr>
              </a:buClr>
              <a:buFont typeface="Wingdings" panose="05000000000000000000" pitchFamily="2" charset="2"/>
              <a:buChar char="§"/>
            </a:pPr>
            <a:endParaRPr lang="en-US" dirty="0">
              <a:latin typeface="Arial" panose="020B0604020202020204" pitchFamily="34" charset="0"/>
              <a:cs typeface="Arial" panose="020B0604020202020204" pitchFamily="34" charset="0"/>
            </a:endParaRPr>
          </a:p>
          <a:p>
            <a:pPr marL="285750" indent="-285750">
              <a:buClr>
                <a:schemeClr val="accent4">
                  <a:lumMod val="75000"/>
                </a:schemeClr>
              </a:buClr>
              <a:buFont typeface="Wingdings" panose="05000000000000000000" pitchFamily="2" charset="2"/>
              <a:buChar char="§"/>
            </a:pPr>
            <a:r>
              <a:rPr lang="en-US" dirty="0">
                <a:latin typeface="Arial" panose="020B0604020202020204" pitchFamily="34" charset="0"/>
                <a:cs typeface="Arial" panose="020B0604020202020204" pitchFamily="34" charset="0"/>
              </a:rPr>
              <a:t>The project uses Python to clean and analyze the data through descriptive statistics, seasonal and crop-wise comparisons, resource-use analysis, environmental analysis, economic analysis, correlation analysis, statistical testing, and visualizations. The main aim is to identify the factors associated with higher yield, better water efficiency, and improved profitability. The findings can help farmers and agricultural planners make informed decisions about crop selection, irrigation practices, input use, and seasonal planning.</a:t>
            </a:r>
          </a:p>
          <a:p>
            <a:endParaRPr lang="en-US"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2159803"/>
            <a:ext cx="9032241" cy="2500429"/>
          </a:xfrm>
        </p:spPr>
        <p:txBody>
          <a:bodyPr>
            <a:normAutofit fontScale="77500" lnSpcReduction="20000"/>
          </a:bodyPr>
          <a:lstStyle/>
          <a:p>
            <a:pPr lvl="0"/>
            <a:r>
              <a:rPr lang="en-US" sz="2300" dirty="0">
                <a:latin typeface="Arial" panose="020B0604020202020204" pitchFamily="34" charset="0"/>
                <a:cs typeface="Arial" panose="020B0604020202020204" pitchFamily="34" charset="0"/>
              </a:rPr>
              <a:t>Farmers, for selecting suitable crops and improving resource use.</a:t>
            </a:r>
          </a:p>
          <a:p>
            <a:pPr lvl="0"/>
            <a:r>
              <a:rPr lang="en-US" sz="2300" dirty="0">
                <a:latin typeface="Arial" panose="020B0604020202020204" pitchFamily="34" charset="0"/>
                <a:cs typeface="Arial" panose="020B0604020202020204" pitchFamily="34" charset="0"/>
              </a:rPr>
              <a:t>Agricultural planners and government departments, for seasonal and regional planning.</a:t>
            </a:r>
          </a:p>
          <a:p>
            <a:pPr lvl="0"/>
            <a:r>
              <a:rPr lang="en-US" sz="2300" dirty="0">
                <a:latin typeface="Arial" panose="020B0604020202020204" pitchFamily="34" charset="0"/>
                <a:cs typeface="Arial" panose="020B0604020202020204" pitchFamily="34" charset="0"/>
              </a:rPr>
              <a:t>Agricultural extension officers, for advising farmers on irrigation, fertilizer, and pest-management practices.</a:t>
            </a:r>
          </a:p>
          <a:p>
            <a:pPr lvl="0"/>
            <a:r>
              <a:rPr lang="en-US" sz="2300" dirty="0">
                <a:latin typeface="Arial" panose="020B0604020202020204" pitchFamily="34" charset="0"/>
                <a:cs typeface="Arial" panose="020B0604020202020204" pitchFamily="34" charset="0"/>
              </a:rPr>
              <a:t>Researchers and students, for studying agricultural performance patterns.</a:t>
            </a:r>
          </a:p>
          <a:p>
            <a:pPr lvl="0"/>
            <a:r>
              <a:rPr lang="en-US" sz="2300" dirty="0">
                <a:latin typeface="Arial" panose="020B0604020202020204" pitchFamily="34" charset="0"/>
                <a:cs typeface="Arial" panose="020B0604020202020204" pitchFamily="34" charset="0"/>
              </a:rPr>
              <a:t>Agribusiness organizations, for understanding crop production, costs, and profitability.</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852863" y="1432559"/>
            <a:ext cx="7565456" cy="4735629"/>
          </a:xfrm>
        </p:spPr>
        <p:txBody>
          <a:bodyPr>
            <a:normAutofit fontScale="85000" lnSpcReduction="10000"/>
          </a:bodyPr>
          <a:lstStyle/>
          <a:p>
            <a:pPr lvl="0"/>
            <a:r>
              <a:rPr lang="en-US" b="1" dirty="0">
                <a:latin typeface="Arial" panose="020B0604020202020204" pitchFamily="34" charset="0"/>
                <a:cs typeface="Arial" panose="020B0604020202020204" pitchFamily="34" charset="0"/>
              </a:rPr>
              <a:t>Python:</a:t>
            </a:r>
            <a:r>
              <a:rPr lang="en-US" dirty="0">
                <a:latin typeface="Arial" panose="020B0604020202020204" pitchFamily="34" charset="0"/>
                <a:cs typeface="Arial" panose="020B0604020202020204" pitchFamily="34" charset="0"/>
              </a:rPr>
              <a:t> Main programming language used for data analysis.</a:t>
            </a:r>
          </a:p>
          <a:p>
            <a:pPr lvl="0"/>
            <a:r>
              <a:rPr lang="en-US" b="1" dirty="0">
                <a:latin typeface="Arial" panose="020B0604020202020204" pitchFamily="34" charset="0"/>
                <a:cs typeface="Arial" panose="020B0604020202020204" pitchFamily="34" charset="0"/>
              </a:rPr>
              <a:t>Jupyter Notebook:</a:t>
            </a:r>
            <a:r>
              <a:rPr lang="en-US" dirty="0">
                <a:latin typeface="Arial" panose="020B0604020202020204" pitchFamily="34" charset="0"/>
                <a:cs typeface="Arial" panose="020B0604020202020204" pitchFamily="34" charset="0"/>
              </a:rPr>
              <a:t> Used to write, run, and document the analysis.</a:t>
            </a:r>
          </a:p>
          <a:p>
            <a:pPr lvl="0"/>
            <a:r>
              <a:rPr lang="en-US" b="1" dirty="0">
                <a:latin typeface="Arial" panose="020B0604020202020204" pitchFamily="34" charset="0"/>
                <a:cs typeface="Arial" panose="020B0604020202020204" pitchFamily="34" charset="0"/>
              </a:rPr>
              <a:t>Pandas:</a:t>
            </a:r>
            <a:r>
              <a:rPr lang="en-US" dirty="0">
                <a:latin typeface="Arial" panose="020B0604020202020204" pitchFamily="34" charset="0"/>
                <a:cs typeface="Arial" panose="020B0604020202020204" pitchFamily="34" charset="0"/>
              </a:rPr>
              <a:t> Used for loading, cleaning, and analyzing the CSV dataset.</a:t>
            </a:r>
          </a:p>
          <a:p>
            <a:pPr lvl="0"/>
            <a:r>
              <a:rPr lang="en-US" b="1" dirty="0">
                <a:latin typeface="Arial" panose="020B0604020202020204" pitchFamily="34" charset="0"/>
                <a:cs typeface="Arial" panose="020B0604020202020204" pitchFamily="34" charset="0"/>
              </a:rPr>
              <a:t>Matplotlib:</a:t>
            </a:r>
            <a:r>
              <a:rPr lang="en-US" dirty="0">
                <a:latin typeface="Arial" panose="020B0604020202020204" pitchFamily="34" charset="0"/>
                <a:cs typeface="Arial" panose="020B0604020202020204" pitchFamily="34" charset="0"/>
              </a:rPr>
              <a:t> Used to create charts and save them as images.</a:t>
            </a:r>
          </a:p>
          <a:p>
            <a:pPr lvl="0"/>
            <a:r>
              <a:rPr lang="en-US" b="1" dirty="0">
                <a:latin typeface="Arial" panose="020B0604020202020204" pitchFamily="34" charset="0"/>
                <a:cs typeface="Arial" panose="020B0604020202020204" pitchFamily="34" charset="0"/>
              </a:rPr>
              <a:t>Seaborn:</a:t>
            </a:r>
            <a:r>
              <a:rPr lang="en-US" dirty="0">
                <a:latin typeface="Arial" panose="020B0604020202020204" pitchFamily="34" charset="0"/>
                <a:cs typeface="Arial" panose="020B0604020202020204" pitchFamily="34" charset="0"/>
              </a:rPr>
              <a:t> Used to create attractive statistical graphs and heatmaps.</a:t>
            </a:r>
          </a:p>
          <a:p>
            <a:pPr lvl="0"/>
            <a:r>
              <a:rPr lang="en-US" b="1" dirty="0">
                <a:latin typeface="Arial" panose="020B0604020202020204" pitchFamily="34" charset="0"/>
                <a:cs typeface="Arial" panose="020B0604020202020204" pitchFamily="34" charset="0"/>
              </a:rPr>
              <a:t>SciPy:</a:t>
            </a:r>
            <a:r>
              <a:rPr lang="en-US" dirty="0">
                <a:latin typeface="Arial" panose="020B0604020202020204" pitchFamily="34" charset="0"/>
                <a:cs typeface="Arial" panose="020B0604020202020204" pitchFamily="34" charset="0"/>
              </a:rPr>
              <a:t> Used for the Kruskal-Wallis statistical test.</a:t>
            </a:r>
          </a:p>
          <a:p>
            <a:pPr lvl="0"/>
            <a:r>
              <a:rPr lang="en-US" b="1" dirty="0">
                <a:latin typeface="Arial" panose="020B0604020202020204" pitchFamily="34" charset="0"/>
                <a:cs typeface="Arial" panose="020B0604020202020204" pitchFamily="34" charset="0"/>
              </a:rPr>
              <a:t>CSV file:</a:t>
            </a:r>
            <a:r>
              <a:rPr lang="en-US" dirty="0">
                <a:latin typeface="Arial" panose="020B0604020202020204" pitchFamily="34" charset="0"/>
                <a:cs typeface="Arial" panose="020B0604020202020204" pitchFamily="34" charset="0"/>
              </a:rPr>
              <a:t> Used as the source format for the seasonal agriculture dataset.</a:t>
            </a:r>
          </a:p>
          <a:p>
            <a:r>
              <a:rPr lang="en-US" b="1" dirty="0">
                <a:latin typeface="Arial" panose="020B0604020202020204" pitchFamily="34" charset="0"/>
                <a:cs typeface="Arial" panose="020B0604020202020204" pitchFamily="34" charset="0"/>
              </a:rPr>
              <a:t>GitHub: </a:t>
            </a:r>
            <a:r>
              <a:rPr lang="en-US" dirty="0">
                <a:latin typeface="Arial" panose="020B0604020202020204" pitchFamily="34" charset="0"/>
                <a:cs typeface="Arial" panose="020B0604020202020204" pitchFamily="34" charset="0"/>
              </a:rPr>
              <a:t>Used to store and manage the Seasonal Agriculture Performance Analysis project online.</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IN" dirty="0"/>
          </a:p>
        </p:txBody>
      </p:sp>
      <p:pic>
        <p:nvPicPr>
          <p:cNvPr id="3" name="Picture 2">
            <a:extLst>
              <a:ext uri="{FF2B5EF4-FFF2-40B4-BE49-F238E27FC236}">
                <a16:creationId xmlns:a16="http://schemas.microsoft.com/office/drawing/2014/main" id="{675E64C0-39EB-F278-A6D1-3CD2679C620E}"/>
              </a:ext>
            </a:extLst>
          </p:cNvPr>
          <p:cNvPicPr>
            <a:picLocks noChangeAspect="1"/>
          </p:cNvPicPr>
          <p:nvPr/>
        </p:nvPicPr>
        <p:blipFill>
          <a:blip r:embed="rId3"/>
          <a:stretch>
            <a:fillRect/>
          </a:stretch>
        </p:blipFill>
        <p:spPr>
          <a:xfrm>
            <a:off x="320981" y="1339516"/>
            <a:ext cx="8960309" cy="458804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16" name="Picture 15">
            <a:extLst>
              <a:ext uri="{FF2B5EF4-FFF2-40B4-BE49-F238E27FC236}">
                <a16:creationId xmlns:a16="http://schemas.microsoft.com/office/drawing/2014/main" id="{93A03B2C-5974-3F9E-3856-4383EFC24723}"/>
              </a:ext>
            </a:extLst>
          </p:cNvPr>
          <p:cNvPicPr>
            <a:picLocks noChangeAspect="1"/>
          </p:cNvPicPr>
          <p:nvPr/>
        </p:nvPicPr>
        <p:blipFill>
          <a:blip r:embed="rId3"/>
          <a:stretch>
            <a:fillRect/>
          </a:stretch>
        </p:blipFill>
        <p:spPr>
          <a:xfrm>
            <a:off x="521368" y="1431693"/>
            <a:ext cx="8799671" cy="443169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1D40195A-0BC7-BBEA-43CC-818082F3E334}"/>
              </a:ext>
            </a:extLst>
          </p:cNvPr>
          <p:cNvPicPr>
            <a:picLocks noChangeAspect="1"/>
          </p:cNvPicPr>
          <p:nvPr/>
        </p:nvPicPr>
        <p:blipFill>
          <a:blip r:embed="rId3"/>
          <a:stretch>
            <a:fillRect/>
          </a:stretch>
        </p:blipFill>
        <p:spPr>
          <a:xfrm>
            <a:off x="320982" y="1387578"/>
            <a:ext cx="8967397" cy="435545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AF1FA46-73FD-9EFB-0765-B6B70C79C713}"/>
              </a:ext>
            </a:extLst>
          </p:cNvPr>
          <p:cNvPicPr>
            <a:picLocks noChangeAspect="1"/>
          </p:cNvPicPr>
          <p:nvPr/>
        </p:nvPicPr>
        <p:blipFill>
          <a:blip r:embed="rId3"/>
          <a:stretch>
            <a:fillRect/>
          </a:stretch>
        </p:blipFill>
        <p:spPr>
          <a:xfrm>
            <a:off x="320982" y="1201586"/>
            <a:ext cx="8991460" cy="467449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ACF05F8-0928-561E-ACBA-CBEEE360A310}"/>
              </a:ext>
            </a:extLst>
          </p:cNvPr>
          <p:cNvPicPr>
            <a:picLocks noChangeAspect="1"/>
          </p:cNvPicPr>
          <p:nvPr/>
        </p:nvPicPr>
        <p:blipFill>
          <a:blip r:embed="rId3"/>
          <a:stretch>
            <a:fillRect/>
          </a:stretch>
        </p:blipFill>
        <p:spPr>
          <a:xfrm>
            <a:off x="320982" y="1275371"/>
            <a:ext cx="8991600" cy="507760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E2673-9CB1-2F2D-2CA0-054DE6B3E2B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4CA701-7FFB-65B5-3B31-677B2E22AE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6A80740-7F20-6DF3-49E5-8E2B64D8B2D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AE48ABC-6389-AFD6-297F-105617488FD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24FBA1F-BAD1-003D-1ABE-9EFB4A18E9B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AA98F0C-B689-2621-EEDD-5DEE06FB06C6}"/>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438CDA39-1D47-5A99-6584-7093E2B0DD6E}"/>
              </a:ext>
            </a:extLst>
          </p:cNvPr>
          <p:cNvPicPr>
            <a:picLocks noChangeAspect="1"/>
          </p:cNvPicPr>
          <p:nvPr/>
        </p:nvPicPr>
        <p:blipFill>
          <a:blip r:embed="rId3"/>
          <a:stretch>
            <a:fillRect/>
          </a:stretch>
        </p:blipFill>
        <p:spPr>
          <a:xfrm>
            <a:off x="320982" y="1072361"/>
            <a:ext cx="9079692" cy="5192081"/>
          </a:xfrm>
          <a:prstGeom prst="rect">
            <a:avLst/>
          </a:prstGeom>
        </p:spPr>
      </p:pic>
    </p:spTree>
    <p:extLst>
      <p:ext uri="{BB962C8B-B14F-4D97-AF65-F5344CB8AC3E}">
        <p14:creationId xmlns:p14="http://schemas.microsoft.com/office/powerpoint/2010/main" val="229987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27D8E-A5E9-D049-7A04-C40F4CFEA16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248D58B-ED93-0354-439C-8F317C590AF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0E7DBCB-001A-BFA4-FFE5-256A680EE8C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6D1E566-EBDC-64E6-2FF3-4C0F90B6635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6D4C0F3-F5CC-4DB8-D623-CEE0E38E00F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2D692AD-6C59-0E95-24E6-18CE2407AD03}"/>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55E89CE-54D2-CAEA-E552-FABFB612B9B3}"/>
              </a:ext>
            </a:extLst>
          </p:cNvPr>
          <p:cNvPicPr>
            <a:picLocks noChangeAspect="1"/>
          </p:cNvPicPr>
          <p:nvPr/>
        </p:nvPicPr>
        <p:blipFill>
          <a:blip r:embed="rId3"/>
          <a:stretch>
            <a:fillRect/>
          </a:stretch>
        </p:blipFill>
        <p:spPr>
          <a:xfrm>
            <a:off x="320982" y="1201586"/>
            <a:ext cx="8991600" cy="4845570"/>
          </a:xfrm>
          <a:prstGeom prst="rect">
            <a:avLst/>
          </a:prstGeom>
        </p:spPr>
      </p:pic>
    </p:spTree>
    <p:extLst>
      <p:ext uri="{BB962C8B-B14F-4D97-AF65-F5344CB8AC3E}">
        <p14:creationId xmlns:p14="http://schemas.microsoft.com/office/powerpoint/2010/main" val="27923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36A44-17E7-59B6-3FFD-B229C1BB95A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2206109-C7BC-F454-BE40-5AF9BC335C3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8FAB784-0270-12B2-49F5-F971B96F072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5827289-D4C1-67EF-936F-C955DD19913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615D135-5E51-92CE-B895-B387DAB6A7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D82E87E-85D9-F75D-F26F-53EFD635959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24EC9E1-C638-A807-BFE6-1850B4863643}"/>
              </a:ext>
            </a:extLst>
          </p:cNvPr>
          <p:cNvPicPr>
            <a:picLocks noChangeAspect="1"/>
          </p:cNvPicPr>
          <p:nvPr/>
        </p:nvPicPr>
        <p:blipFill>
          <a:blip r:embed="rId3"/>
          <a:stretch>
            <a:fillRect/>
          </a:stretch>
        </p:blipFill>
        <p:spPr>
          <a:xfrm>
            <a:off x="561474" y="1508116"/>
            <a:ext cx="8527459" cy="3841767"/>
          </a:xfrm>
          <a:prstGeom prst="rect">
            <a:avLst/>
          </a:prstGeom>
        </p:spPr>
      </p:pic>
    </p:spTree>
    <p:extLst>
      <p:ext uri="{BB962C8B-B14F-4D97-AF65-F5344CB8AC3E}">
        <p14:creationId xmlns:p14="http://schemas.microsoft.com/office/powerpoint/2010/main" val="60668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366B5-B080-7F7A-E1D5-369E9924359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BEB5C18-5A05-7395-C90A-DA913CD665E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AD9D804-6356-5DA3-7758-5158A14602A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B9BA35D-EC94-CDD6-501E-3DD5CB92528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75DB505-0A13-6977-9666-BDCE82E2B23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1E7FC3C-BDAE-46FA-8CF4-0FE82312D4FC}"/>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413334A-2244-ED4D-4704-0C6CF140DC24}"/>
              </a:ext>
            </a:extLst>
          </p:cNvPr>
          <p:cNvPicPr>
            <a:picLocks noChangeAspect="1"/>
          </p:cNvPicPr>
          <p:nvPr/>
        </p:nvPicPr>
        <p:blipFill>
          <a:blip r:embed="rId3"/>
          <a:stretch>
            <a:fillRect/>
          </a:stretch>
        </p:blipFill>
        <p:spPr>
          <a:xfrm>
            <a:off x="320982" y="1362047"/>
            <a:ext cx="9000133" cy="4370010"/>
          </a:xfrm>
          <a:prstGeom prst="rect">
            <a:avLst/>
          </a:prstGeom>
        </p:spPr>
      </p:pic>
    </p:spTree>
    <p:extLst>
      <p:ext uri="{BB962C8B-B14F-4D97-AF65-F5344CB8AC3E}">
        <p14:creationId xmlns:p14="http://schemas.microsoft.com/office/powerpoint/2010/main" val="1040638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A255A-D543-A3AD-AE6C-E82E98DEBBA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5E814A2-2C41-73B3-4985-E41159A96D9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905ED9-E860-E9D3-BFF8-048A7017907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C2F25B6-1AD5-D442-DB83-60F8B905B05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1C5DDB5-87CD-3326-DFC7-3F1474F50DD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EF5AEC7-04F8-9C2C-138D-FA2F5FED482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C314DF4-FDE0-B037-2DA8-B2B671BE0F0F}"/>
              </a:ext>
            </a:extLst>
          </p:cNvPr>
          <p:cNvPicPr>
            <a:picLocks noChangeAspect="1"/>
          </p:cNvPicPr>
          <p:nvPr/>
        </p:nvPicPr>
        <p:blipFill>
          <a:blip r:embed="rId3"/>
          <a:stretch>
            <a:fillRect/>
          </a:stretch>
        </p:blipFill>
        <p:spPr>
          <a:xfrm>
            <a:off x="320982" y="1431693"/>
            <a:ext cx="8999621" cy="4410801"/>
          </a:xfrm>
          <a:prstGeom prst="rect">
            <a:avLst/>
          </a:prstGeom>
        </p:spPr>
      </p:pic>
    </p:spTree>
    <p:extLst>
      <p:ext uri="{BB962C8B-B14F-4D97-AF65-F5344CB8AC3E}">
        <p14:creationId xmlns:p14="http://schemas.microsoft.com/office/powerpoint/2010/main" val="373634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E8071-FCCB-6BF1-71E8-F91030DFC0B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C7270C3-BA49-54F9-6C44-A88F150734D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99B11C5-51C8-C8B2-381C-08CCF79E169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1BBF44F-5169-160C-BD79-E02A22DBDF6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48A7927-9AC9-CF87-DABE-DB394B2D928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42E1C4A-4491-A341-3E70-0A8127E94C37}"/>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F6093B1-606C-4F4E-7697-04ED402DAADB}"/>
              </a:ext>
            </a:extLst>
          </p:cNvPr>
          <p:cNvPicPr>
            <a:picLocks noChangeAspect="1"/>
          </p:cNvPicPr>
          <p:nvPr/>
        </p:nvPicPr>
        <p:blipFill>
          <a:blip r:embed="rId3"/>
          <a:stretch>
            <a:fillRect/>
          </a:stretch>
        </p:blipFill>
        <p:spPr>
          <a:xfrm>
            <a:off x="320982" y="1201586"/>
            <a:ext cx="8960788" cy="4610286"/>
          </a:xfrm>
          <a:prstGeom prst="rect">
            <a:avLst/>
          </a:prstGeom>
        </p:spPr>
      </p:pic>
    </p:spTree>
    <p:extLst>
      <p:ext uri="{BB962C8B-B14F-4D97-AF65-F5344CB8AC3E}">
        <p14:creationId xmlns:p14="http://schemas.microsoft.com/office/powerpoint/2010/main" val="1057934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24633-60F1-C785-925E-D4BECE120B0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0271CD8-3F59-7CF4-80BD-534DF19BA09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2BF80D7-E863-4AEA-AFE8-5702C1D2BC6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AF64ECA-195D-33FC-2E25-28BA70E2D08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364AD9B-AAC5-844F-A73F-1C5E2C374B7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FBEB884-402D-3008-0D09-3E2D686F8FD6}"/>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434E562E-AE63-9C88-C890-83B3CA49872F}"/>
              </a:ext>
            </a:extLst>
          </p:cNvPr>
          <p:cNvPicPr>
            <a:picLocks noChangeAspect="1"/>
          </p:cNvPicPr>
          <p:nvPr/>
        </p:nvPicPr>
        <p:blipFill>
          <a:blip r:embed="rId3"/>
          <a:stretch>
            <a:fillRect/>
          </a:stretch>
        </p:blipFill>
        <p:spPr>
          <a:xfrm>
            <a:off x="606304" y="1327508"/>
            <a:ext cx="8383411" cy="4022534"/>
          </a:xfrm>
          <a:prstGeom prst="rect">
            <a:avLst/>
          </a:prstGeom>
        </p:spPr>
      </p:pic>
    </p:spTree>
    <p:extLst>
      <p:ext uri="{BB962C8B-B14F-4D97-AF65-F5344CB8AC3E}">
        <p14:creationId xmlns:p14="http://schemas.microsoft.com/office/powerpoint/2010/main" val="2711228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6C214-18CE-B5BF-98A0-A6CB1ABAF99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3834996-8116-2791-524B-88613583EE3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6219FBD-83D0-4B85-3824-1FF9FB95002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1FB3CC0-17AC-7902-A26F-B3F1F1F67F9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A3CFE36-D90B-F514-C38A-D6144BA24F4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C0E494E-56F9-7D01-7E49-20C765FEE91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7C8A2E0-9CC5-4B58-2D7D-8726E363BBF3}"/>
              </a:ext>
            </a:extLst>
          </p:cNvPr>
          <p:cNvPicPr>
            <a:picLocks noChangeAspect="1"/>
          </p:cNvPicPr>
          <p:nvPr/>
        </p:nvPicPr>
        <p:blipFill>
          <a:blip r:embed="rId3"/>
          <a:srcRect r="33622"/>
          <a:stretch>
            <a:fillRect/>
          </a:stretch>
        </p:blipFill>
        <p:spPr>
          <a:xfrm>
            <a:off x="807164" y="1431693"/>
            <a:ext cx="8033860" cy="4653533"/>
          </a:xfrm>
          <a:prstGeom prst="rect">
            <a:avLst/>
          </a:prstGeom>
        </p:spPr>
      </p:pic>
    </p:spTree>
    <p:extLst>
      <p:ext uri="{BB962C8B-B14F-4D97-AF65-F5344CB8AC3E}">
        <p14:creationId xmlns:p14="http://schemas.microsoft.com/office/powerpoint/2010/main" val="359457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B3B7B-EE90-A934-4C21-567EE09C823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214A7D-717F-9BCA-26ED-EAB48C2FE67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5A4C27D-0A56-E5C5-017B-AF959397549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B09ABEF-917A-966A-2BBB-933282EFDB7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24F45EF-F83E-4CA9-CAD4-BF15CAA42B9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E0C6DAC-5FC7-0909-64EC-B7475EE10F73}"/>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4C756F6-454A-EFD6-80B8-E0495B856307}"/>
              </a:ext>
            </a:extLst>
          </p:cNvPr>
          <p:cNvPicPr>
            <a:picLocks noChangeAspect="1"/>
          </p:cNvPicPr>
          <p:nvPr/>
        </p:nvPicPr>
        <p:blipFill>
          <a:blip r:embed="rId3"/>
          <a:srcRect r="41842"/>
          <a:stretch>
            <a:fillRect/>
          </a:stretch>
        </p:blipFill>
        <p:spPr>
          <a:xfrm>
            <a:off x="874296" y="1130992"/>
            <a:ext cx="7653163" cy="5222593"/>
          </a:xfrm>
          <a:prstGeom prst="rect">
            <a:avLst/>
          </a:prstGeom>
        </p:spPr>
      </p:pic>
    </p:spTree>
    <p:extLst>
      <p:ext uri="{BB962C8B-B14F-4D97-AF65-F5344CB8AC3E}">
        <p14:creationId xmlns:p14="http://schemas.microsoft.com/office/powerpoint/2010/main" val="58862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D1E69-C29B-7FA1-5736-AF604AEC23D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3AD2B84-F4F5-E75C-9DF1-6B08E0B918F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459A487-5895-4732-3102-5BCDF5EC234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7B96CFC-C3B2-E5C3-70A5-473A559515A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6338B27-DAEA-A10C-E795-3CD7DCE9CC9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AD9F7E7A-2109-8786-EBFF-38739BCF9D5C}"/>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8107EB9-9E8E-A571-6472-37BF6A4A38BE}"/>
              </a:ext>
            </a:extLst>
          </p:cNvPr>
          <p:cNvPicPr>
            <a:picLocks noChangeAspect="1"/>
          </p:cNvPicPr>
          <p:nvPr/>
        </p:nvPicPr>
        <p:blipFill>
          <a:blip r:embed="rId3"/>
          <a:srcRect r="11497"/>
          <a:stretch>
            <a:fillRect/>
          </a:stretch>
        </p:blipFill>
        <p:spPr>
          <a:xfrm>
            <a:off x="320982" y="1366394"/>
            <a:ext cx="8662597" cy="4216235"/>
          </a:xfrm>
          <a:prstGeom prst="rect">
            <a:avLst/>
          </a:prstGeom>
        </p:spPr>
      </p:pic>
    </p:spTree>
    <p:extLst>
      <p:ext uri="{BB962C8B-B14F-4D97-AF65-F5344CB8AC3E}">
        <p14:creationId xmlns:p14="http://schemas.microsoft.com/office/powerpoint/2010/main" val="115385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9F695-85BB-0364-6616-2E5CDD0B335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C79BD16-8E20-8B38-76FC-D0B5BCDF98B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D433174-0024-738F-0A10-6538F829624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134991C-F7E0-2FB4-A29A-6CE28FF7FC2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931BCAE-BD4D-231E-0653-715F7047BA6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0189ADD-4C9D-7194-6BC1-A32A09DCBFC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2219FB8-BC98-AC87-4E4E-B7222F75885A}"/>
              </a:ext>
            </a:extLst>
          </p:cNvPr>
          <p:cNvPicPr>
            <a:picLocks noChangeAspect="1"/>
          </p:cNvPicPr>
          <p:nvPr/>
        </p:nvPicPr>
        <p:blipFill>
          <a:blip r:embed="rId3"/>
          <a:srcRect r="7317"/>
          <a:stretch>
            <a:fillRect/>
          </a:stretch>
        </p:blipFill>
        <p:spPr>
          <a:xfrm>
            <a:off x="320982" y="1383222"/>
            <a:ext cx="8935313" cy="4199407"/>
          </a:xfrm>
          <a:prstGeom prst="rect">
            <a:avLst/>
          </a:prstGeom>
        </p:spPr>
      </p:pic>
    </p:spTree>
    <p:extLst>
      <p:ext uri="{BB962C8B-B14F-4D97-AF65-F5344CB8AC3E}">
        <p14:creationId xmlns:p14="http://schemas.microsoft.com/office/powerpoint/2010/main" val="291666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5A811-0334-287D-2438-836BD0C7ACD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96631B-4E1F-9E3C-3C6E-ECCA18DF264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2B35556-913B-9F84-65E8-9A3EA4AFDD7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00E8B76-60A1-166C-CF94-886DE60A924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B59CD1E-8DC6-B410-92FC-BF1D90A06B8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64FD7707-A509-60EB-0278-0048FCB0AF33}"/>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16C77EAC-77D9-EE08-E67B-50808C2102FB}"/>
              </a:ext>
            </a:extLst>
          </p:cNvPr>
          <p:cNvPicPr>
            <a:picLocks noChangeAspect="1"/>
          </p:cNvPicPr>
          <p:nvPr/>
        </p:nvPicPr>
        <p:blipFill>
          <a:blip r:embed="rId3"/>
          <a:srcRect r="35921"/>
          <a:stretch>
            <a:fillRect/>
          </a:stretch>
        </p:blipFill>
        <p:spPr>
          <a:xfrm>
            <a:off x="765761" y="1201586"/>
            <a:ext cx="7159865" cy="5046690"/>
          </a:xfrm>
          <a:prstGeom prst="rect">
            <a:avLst/>
          </a:prstGeom>
        </p:spPr>
      </p:pic>
    </p:spTree>
    <p:extLst>
      <p:ext uri="{BB962C8B-B14F-4D97-AF65-F5344CB8AC3E}">
        <p14:creationId xmlns:p14="http://schemas.microsoft.com/office/powerpoint/2010/main" val="1483118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258FD-DFF6-E579-429A-D0BA3C4212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065429B-B6CA-14BD-6F39-1058A70E41C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CB1F17B-AD83-0748-2ED3-36D4A95AE48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449A999-CC2C-14A2-11DF-DCD24D2288B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6CCD3BF-0728-EACC-BB6E-E1876C1FFB9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8BB1F84-2C52-642A-9569-1B91597B78B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D55AE95E-E9C4-4B1A-6B76-332B01D80AE9}"/>
              </a:ext>
            </a:extLst>
          </p:cNvPr>
          <p:cNvPicPr>
            <a:picLocks noChangeAspect="1"/>
          </p:cNvPicPr>
          <p:nvPr/>
        </p:nvPicPr>
        <p:blipFill>
          <a:blip r:embed="rId3"/>
          <a:srcRect r="32500"/>
          <a:stretch>
            <a:fillRect/>
          </a:stretch>
        </p:blipFill>
        <p:spPr>
          <a:xfrm>
            <a:off x="794676" y="1201586"/>
            <a:ext cx="7744702" cy="5196549"/>
          </a:xfrm>
          <a:prstGeom prst="rect">
            <a:avLst/>
          </a:prstGeom>
        </p:spPr>
      </p:pic>
    </p:spTree>
    <p:extLst>
      <p:ext uri="{BB962C8B-B14F-4D97-AF65-F5344CB8AC3E}">
        <p14:creationId xmlns:p14="http://schemas.microsoft.com/office/powerpoint/2010/main" val="1178575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39CBD-2FCA-5B43-B9A1-6B3E71D19BF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8D4C34E-CDD1-ECCD-84F6-8D4D743A4B4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8B4E96A-0B85-CD58-D049-7EBF4A55DD3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6768D91-8238-B576-5F3A-20797E47445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8741B5E-AE64-ACB4-42D0-FF5962211BF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7002746-77BC-E5FD-C211-1A0D71C6A11A}"/>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20077862-B8E1-7D25-0E8E-53DF567E2F63}"/>
              </a:ext>
            </a:extLst>
          </p:cNvPr>
          <p:cNvPicPr>
            <a:picLocks noChangeAspect="1"/>
          </p:cNvPicPr>
          <p:nvPr/>
        </p:nvPicPr>
        <p:blipFill>
          <a:blip r:embed="rId3"/>
          <a:srcRect l="-724" t="-1015" r="39211" b="1015"/>
          <a:stretch>
            <a:fillRect/>
          </a:stretch>
        </p:blipFill>
        <p:spPr>
          <a:xfrm>
            <a:off x="595852" y="1131616"/>
            <a:ext cx="7499684" cy="5533344"/>
          </a:xfrm>
          <a:prstGeom prst="rect">
            <a:avLst/>
          </a:prstGeom>
        </p:spPr>
      </p:pic>
    </p:spTree>
    <p:extLst>
      <p:ext uri="{BB962C8B-B14F-4D97-AF65-F5344CB8AC3E}">
        <p14:creationId xmlns:p14="http://schemas.microsoft.com/office/powerpoint/2010/main" val="337100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C42DC-F936-E411-C83F-61AB94F9048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C3A3687-B54F-829B-9318-E6514AF63A6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975341-ACD6-1066-7D49-2C3B5EBC41D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60364C8-DED7-CCA8-827C-9808F0269C3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04B2267-5719-0ABC-4587-C5908D9B9CE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83CDF5A-D929-6E65-40D6-549AEB0911B8}"/>
              </a:ext>
            </a:extLst>
          </p:cNvPr>
          <p:cNvPicPr>
            <a:picLocks noChangeAspect="1"/>
          </p:cNvPicPr>
          <p:nvPr/>
        </p:nvPicPr>
        <p:blipFill>
          <a:blip r:embed="rId3"/>
          <a:srcRect l="-4408" t="-2706" r="41340" b="2706"/>
          <a:stretch>
            <a:fillRect/>
          </a:stretch>
        </p:blipFill>
        <p:spPr>
          <a:xfrm>
            <a:off x="605480" y="1023524"/>
            <a:ext cx="7175157" cy="5214649"/>
          </a:xfrm>
          <a:prstGeom prst="rect">
            <a:avLst/>
          </a:prstGeom>
        </p:spPr>
      </p:pic>
    </p:spTree>
    <p:extLst>
      <p:ext uri="{BB962C8B-B14F-4D97-AF65-F5344CB8AC3E}">
        <p14:creationId xmlns:p14="http://schemas.microsoft.com/office/powerpoint/2010/main" val="126564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BFAD5-79CE-F4F4-D2F6-4B7B3ADD193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234FB0E-26A6-F09C-B3DF-D3FCDCA756F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B07DEFB-6760-566A-E1E2-2D6A195A578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D9AA332-C37A-EFEA-768F-814722EEA69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0D65A37-21FF-446C-6F2E-6E1E5E84EE5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3AF9209-1B19-EA78-F66D-F090690B5273}"/>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A25DA373-3E6B-F040-7360-EED1CD9E41E9}"/>
              </a:ext>
            </a:extLst>
          </p:cNvPr>
          <p:cNvPicPr>
            <a:picLocks noChangeAspect="1"/>
          </p:cNvPicPr>
          <p:nvPr/>
        </p:nvPicPr>
        <p:blipFill>
          <a:blip r:embed="rId3"/>
          <a:srcRect l="-3378" t="-4652" r="39459" b="4652"/>
          <a:stretch>
            <a:fillRect/>
          </a:stretch>
        </p:blipFill>
        <p:spPr>
          <a:xfrm>
            <a:off x="403655" y="1032284"/>
            <a:ext cx="7578810" cy="5414764"/>
          </a:xfrm>
          <a:prstGeom prst="rect">
            <a:avLst/>
          </a:prstGeom>
        </p:spPr>
      </p:pic>
    </p:spTree>
    <p:extLst>
      <p:ext uri="{BB962C8B-B14F-4D97-AF65-F5344CB8AC3E}">
        <p14:creationId xmlns:p14="http://schemas.microsoft.com/office/powerpoint/2010/main" val="1610969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E78C7-F365-ADBE-3B41-F3511B5DF20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41DE35F-DA20-F1F5-20FD-069B96E8D66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4B19276-3824-F756-4790-91396088BB3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EA06E86-0546-C757-9F1F-954DA53C92E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E1B0A64-F5C2-43B3-42BF-30A314C9E19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EF39AEE-89DA-7F82-B408-8CEEFB21168B}"/>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9A4647DB-0F50-5830-326C-7C7506495065}"/>
              </a:ext>
            </a:extLst>
          </p:cNvPr>
          <p:cNvPicPr>
            <a:picLocks noChangeAspect="1"/>
          </p:cNvPicPr>
          <p:nvPr/>
        </p:nvPicPr>
        <p:blipFill>
          <a:blip r:embed="rId3"/>
          <a:srcRect r="31486"/>
          <a:stretch>
            <a:fillRect/>
          </a:stretch>
        </p:blipFill>
        <p:spPr>
          <a:xfrm>
            <a:off x="444844" y="1356810"/>
            <a:ext cx="8353168" cy="4375247"/>
          </a:xfrm>
          <a:prstGeom prst="rect">
            <a:avLst/>
          </a:prstGeom>
        </p:spPr>
      </p:pic>
    </p:spTree>
    <p:extLst>
      <p:ext uri="{BB962C8B-B14F-4D97-AF65-F5344CB8AC3E}">
        <p14:creationId xmlns:p14="http://schemas.microsoft.com/office/powerpoint/2010/main" val="3221829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86A76-AFEF-4423-425F-89CB150CB21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1DC38AE-66C3-8837-093A-3F2BE8D0B93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B6FF4CF-72AD-ACF5-58F8-A005A82B123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F5FBEB7-7B45-82D0-09E9-8965B93994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9250BA9-54CA-844B-4FA6-525B3E9ABEB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17CAAA7-4C44-9188-809D-87BD5FD83EDE}"/>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424629BE-F1AD-B8B3-16D7-9787320B6924}"/>
              </a:ext>
            </a:extLst>
          </p:cNvPr>
          <p:cNvPicPr>
            <a:picLocks noChangeAspect="1"/>
          </p:cNvPicPr>
          <p:nvPr/>
        </p:nvPicPr>
        <p:blipFill>
          <a:blip r:embed="rId3"/>
          <a:srcRect l="-4539" t="-1102" r="43552" b="1102"/>
          <a:stretch>
            <a:fillRect/>
          </a:stretch>
        </p:blipFill>
        <p:spPr>
          <a:xfrm>
            <a:off x="-57666" y="1201585"/>
            <a:ext cx="9155415" cy="4224721"/>
          </a:xfrm>
          <a:prstGeom prst="rect">
            <a:avLst/>
          </a:prstGeom>
        </p:spPr>
      </p:pic>
    </p:spTree>
    <p:extLst>
      <p:ext uri="{BB962C8B-B14F-4D97-AF65-F5344CB8AC3E}">
        <p14:creationId xmlns:p14="http://schemas.microsoft.com/office/powerpoint/2010/main" val="140411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F13D3-5BCA-EA84-AC5A-9C04AB30401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22611B2-156E-C0D6-62F7-C81E99C68CA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0EBA3C2-2AFA-C5A8-B54D-F3242D60861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349BD9C-15F6-0504-C910-FE9267C7844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4B5BA56-DFD0-CDAE-7FA2-D9AC15B2003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119E151-C0EE-D464-ADD6-74E08296E6B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9" name="Picture 8">
            <a:extLst>
              <a:ext uri="{FF2B5EF4-FFF2-40B4-BE49-F238E27FC236}">
                <a16:creationId xmlns:a16="http://schemas.microsoft.com/office/drawing/2014/main" id="{95A8CF93-A592-8EBB-D278-8696BC62F218}"/>
              </a:ext>
            </a:extLst>
          </p:cNvPr>
          <p:cNvPicPr>
            <a:picLocks noChangeAspect="1"/>
          </p:cNvPicPr>
          <p:nvPr/>
        </p:nvPicPr>
        <p:blipFill>
          <a:blip r:embed="rId3"/>
          <a:srcRect r="47635"/>
          <a:stretch>
            <a:fillRect/>
          </a:stretch>
        </p:blipFill>
        <p:spPr>
          <a:xfrm>
            <a:off x="436840" y="1201586"/>
            <a:ext cx="7817708" cy="5392713"/>
          </a:xfrm>
          <a:prstGeom prst="rect">
            <a:avLst/>
          </a:prstGeom>
        </p:spPr>
      </p:pic>
    </p:spTree>
    <p:extLst>
      <p:ext uri="{BB962C8B-B14F-4D97-AF65-F5344CB8AC3E}">
        <p14:creationId xmlns:p14="http://schemas.microsoft.com/office/powerpoint/2010/main" val="239735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05D37-06C6-2EA9-8837-329AA48C8D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1B038BB-55AD-4337-7A27-6B5FEC63F08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0D1815E-46B7-B052-4C98-BABB0B69F07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F3B9BE4-B39D-E9E6-ED1A-FBA9295B44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29144BB-9B23-B666-A2CA-C3A44A23D0B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93D049E-55A1-D4BE-A7FC-88023000248B}"/>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3D02AC4A-E20B-B436-40AC-E0D7E051AC3A}"/>
              </a:ext>
            </a:extLst>
          </p:cNvPr>
          <p:cNvPicPr>
            <a:picLocks noChangeAspect="1"/>
          </p:cNvPicPr>
          <p:nvPr/>
        </p:nvPicPr>
        <p:blipFill>
          <a:blip r:embed="rId3"/>
          <a:srcRect r="28947"/>
          <a:stretch>
            <a:fillRect/>
          </a:stretch>
        </p:blipFill>
        <p:spPr>
          <a:xfrm>
            <a:off x="457200" y="1275371"/>
            <a:ext cx="8070259" cy="3633899"/>
          </a:xfrm>
          <a:prstGeom prst="rect">
            <a:avLst/>
          </a:prstGeom>
        </p:spPr>
      </p:pic>
    </p:spTree>
    <p:extLst>
      <p:ext uri="{BB962C8B-B14F-4D97-AF65-F5344CB8AC3E}">
        <p14:creationId xmlns:p14="http://schemas.microsoft.com/office/powerpoint/2010/main" val="269452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A81D8-576B-A457-0E13-2EC87291272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069FE3F-F700-753A-37AA-9A125BDE055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C338D26-5648-0576-2F84-58924F3991F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AB4006A-E1C5-0560-EBD7-70C2549EA07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70C114C-39BB-45FE-4F11-4FCF8B17EE3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5935A59-2F0D-6A81-5BA3-0E90786C52D6}"/>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BF9C2345-F722-E71B-4298-3BA1ED4D6447}"/>
              </a:ext>
            </a:extLst>
          </p:cNvPr>
          <p:cNvPicPr>
            <a:picLocks noChangeAspect="1"/>
          </p:cNvPicPr>
          <p:nvPr/>
        </p:nvPicPr>
        <p:blipFill>
          <a:blip r:embed="rId3"/>
          <a:stretch>
            <a:fillRect/>
          </a:stretch>
        </p:blipFill>
        <p:spPr>
          <a:xfrm>
            <a:off x="507485" y="1098559"/>
            <a:ext cx="3882403" cy="2190073"/>
          </a:xfrm>
          <a:prstGeom prst="rect">
            <a:avLst/>
          </a:prstGeom>
        </p:spPr>
      </p:pic>
      <p:pic>
        <p:nvPicPr>
          <p:cNvPr id="11" name="Picture 10">
            <a:extLst>
              <a:ext uri="{FF2B5EF4-FFF2-40B4-BE49-F238E27FC236}">
                <a16:creationId xmlns:a16="http://schemas.microsoft.com/office/drawing/2014/main" id="{F21ED441-F38D-127F-D376-C7A1E387A499}"/>
              </a:ext>
            </a:extLst>
          </p:cNvPr>
          <p:cNvPicPr>
            <a:picLocks noChangeAspect="1"/>
          </p:cNvPicPr>
          <p:nvPr/>
        </p:nvPicPr>
        <p:blipFill>
          <a:blip r:embed="rId4"/>
          <a:stretch>
            <a:fillRect/>
          </a:stretch>
        </p:blipFill>
        <p:spPr>
          <a:xfrm>
            <a:off x="4689567" y="1098559"/>
            <a:ext cx="4039265" cy="2275257"/>
          </a:xfrm>
          <a:prstGeom prst="rect">
            <a:avLst/>
          </a:prstGeom>
        </p:spPr>
      </p:pic>
      <p:pic>
        <p:nvPicPr>
          <p:cNvPr id="13" name="Picture 12">
            <a:extLst>
              <a:ext uri="{FF2B5EF4-FFF2-40B4-BE49-F238E27FC236}">
                <a16:creationId xmlns:a16="http://schemas.microsoft.com/office/drawing/2014/main" id="{80D6BAF9-033A-EC53-01A9-2EE40E70F75D}"/>
              </a:ext>
            </a:extLst>
          </p:cNvPr>
          <p:cNvPicPr>
            <a:picLocks noChangeAspect="1"/>
          </p:cNvPicPr>
          <p:nvPr/>
        </p:nvPicPr>
        <p:blipFill>
          <a:blip r:embed="rId5"/>
          <a:stretch>
            <a:fillRect/>
          </a:stretch>
        </p:blipFill>
        <p:spPr>
          <a:xfrm>
            <a:off x="455777" y="3362417"/>
            <a:ext cx="3889917" cy="2190074"/>
          </a:xfrm>
          <a:prstGeom prst="rect">
            <a:avLst/>
          </a:prstGeom>
        </p:spPr>
      </p:pic>
      <p:pic>
        <p:nvPicPr>
          <p:cNvPr id="15" name="Picture 14">
            <a:extLst>
              <a:ext uri="{FF2B5EF4-FFF2-40B4-BE49-F238E27FC236}">
                <a16:creationId xmlns:a16="http://schemas.microsoft.com/office/drawing/2014/main" id="{41F4F406-6360-466E-D545-6A827AFB0BB3}"/>
              </a:ext>
            </a:extLst>
          </p:cNvPr>
          <p:cNvPicPr>
            <a:picLocks noChangeAspect="1"/>
          </p:cNvPicPr>
          <p:nvPr/>
        </p:nvPicPr>
        <p:blipFill>
          <a:blip r:embed="rId6"/>
          <a:stretch>
            <a:fillRect/>
          </a:stretch>
        </p:blipFill>
        <p:spPr>
          <a:xfrm>
            <a:off x="4689567" y="3484185"/>
            <a:ext cx="3788686" cy="2041357"/>
          </a:xfrm>
          <a:prstGeom prst="rect">
            <a:avLst/>
          </a:prstGeom>
        </p:spPr>
      </p:pic>
    </p:spTree>
    <p:extLst>
      <p:ext uri="{BB962C8B-B14F-4D97-AF65-F5344CB8AC3E}">
        <p14:creationId xmlns:p14="http://schemas.microsoft.com/office/powerpoint/2010/main" val="1912483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0B131-528D-2B60-5A04-3259EC53E8C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85ADC38-EB31-0D6E-A124-346A1E96496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1765877-C2F7-DBD2-D2B4-2EAE9ACC323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4D7FC83-A591-B3D9-5535-6008D212106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BE81399-2FE2-5D22-AA81-F38DA547FE6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704E0CD-E147-43EA-4607-29BCC4687EE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A4E6161-CC76-29D8-19EE-B136D2C42FDE}"/>
              </a:ext>
            </a:extLst>
          </p:cNvPr>
          <p:cNvPicPr>
            <a:picLocks noChangeAspect="1"/>
          </p:cNvPicPr>
          <p:nvPr/>
        </p:nvPicPr>
        <p:blipFill>
          <a:blip r:embed="rId3"/>
          <a:stretch>
            <a:fillRect/>
          </a:stretch>
        </p:blipFill>
        <p:spPr>
          <a:xfrm>
            <a:off x="245290" y="1318171"/>
            <a:ext cx="3842976" cy="2110829"/>
          </a:xfrm>
          <a:prstGeom prst="rect">
            <a:avLst/>
          </a:prstGeom>
        </p:spPr>
      </p:pic>
      <p:pic>
        <p:nvPicPr>
          <p:cNvPr id="9" name="Picture 8">
            <a:extLst>
              <a:ext uri="{FF2B5EF4-FFF2-40B4-BE49-F238E27FC236}">
                <a16:creationId xmlns:a16="http://schemas.microsoft.com/office/drawing/2014/main" id="{EE703498-D4A6-3409-39AA-FE6D2101F71C}"/>
              </a:ext>
            </a:extLst>
          </p:cNvPr>
          <p:cNvPicPr>
            <a:picLocks noChangeAspect="1"/>
          </p:cNvPicPr>
          <p:nvPr/>
        </p:nvPicPr>
        <p:blipFill>
          <a:blip r:embed="rId4"/>
          <a:stretch>
            <a:fillRect/>
          </a:stretch>
        </p:blipFill>
        <p:spPr>
          <a:xfrm>
            <a:off x="4485926" y="1318170"/>
            <a:ext cx="4272053" cy="2110829"/>
          </a:xfrm>
          <a:prstGeom prst="rect">
            <a:avLst/>
          </a:prstGeom>
        </p:spPr>
      </p:pic>
      <p:pic>
        <p:nvPicPr>
          <p:cNvPr id="12" name="Picture 11">
            <a:extLst>
              <a:ext uri="{FF2B5EF4-FFF2-40B4-BE49-F238E27FC236}">
                <a16:creationId xmlns:a16="http://schemas.microsoft.com/office/drawing/2014/main" id="{421E3F6C-9C95-CD01-F4B9-7B159D8DB0DF}"/>
              </a:ext>
            </a:extLst>
          </p:cNvPr>
          <p:cNvPicPr>
            <a:picLocks noChangeAspect="1"/>
          </p:cNvPicPr>
          <p:nvPr/>
        </p:nvPicPr>
        <p:blipFill>
          <a:blip r:embed="rId5"/>
          <a:stretch>
            <a:fillRect/>
          </a:stretch>
        </p:blipFill>
        <p:spPr>
          <a:xfrm>
            <a:off x="275658" y="3649253"/>
            <a:ext cx="3842976" cy="2110829"/>
          </a:xfrm>
          <a:prstGeom prst="rect">
            <a:avLst/>
          </a:prstGeom>
        </p:spPr>
      </p:pic>
      <p:pic>
        <p:nvPicPr>
          <p:cNvPr id="14" name="Picture 13">
            <a:extLst>
              <a:ext uri="{FF2B5EF4-FFF2-40B4-BE49-F238E27FC236}">
                <a16:creationId xmlns:a16="http://schemas.microsoft.com/office/drawing/2014/main" id="{0253F882-E826-3737-BC9F-63F8D56FD800}"/>
              </a:ext>
            </a:extLst>
          </p:cNvPr>
          <p:cNvPicPr>
            <a:picLocks noChangeAspect="1"/>
          </p:cNvPicPr>
          <p:nvPr/>
        </p:nvPicPr>
        <p:blipFill>
          <a:blip r:embed="rId6"/>
          <a:stretch>
            <a:fillRect/>
          </a:stretch>
        </p:blipFill>
        <p:spPr>
          <a:xfrm>
            <a:off x="4700463" y="3649253"/>
            <a:ext cx="3842978" cy="2110830"/>
          </a:xfrm>
          <a:prstGeom prst="rect">
            <a:avLst/>
          </a:prstGeom>
        </p:spPr>
      </p:pic>
    </p:spTree>
    <p:extLst>
      <p:ext uri="{BB962C8B-B14F-4D97-AF65-F5344CB8AC3E}">
        <p14:creationId xmlns:p14="http://schemas.microsoft.com/office/powerpoint/2010/main" val="2797016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B9504-EFC5-6E65-A99E-BE655076586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AD992FF-0711-30E7-3CEA-2243AFF7744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4753364-4262-20B2-41B5-DC91B2DF442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9A8520E-E8C4-0935-F64D-4D9DD994C1C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19CABE9-3D9C-4069-A83E-F320A58AF0F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51F3FE-55A1-2143-74CC-EA0C56042B8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16" name="Picture 15">
            <a:extLst>
              <a:ext uri="{FF2B5EF4-FFF2-40B4-BE49-F238E27FC236}">
                <a16:creationId xmlns:a16="http://schemas.microsoft.com/office/drawing/2014/main" id="{5F73DB12-AEA6-B729-3156-7B35CAE876D1}"/>
              </a:ext>
            </a:extLst>
          </p:cNvPr>
          <p:cNvPicPr>
            <a:picLocks noChangeAspect="1"/>
          </p:cNvPicPr>
          <p:nvPr/>
        </p:nvPicPr>
        <p:blipFill>
          <a:blip r:embed="rId3"/>
          <a:stretch>
            <a:fillRect/>
          </a:stretch>
        </p:blipFill>
        <p:spPr>
          <a:xfrm>
            <a:off x="388903" y="1200199"/>
            <a:ext cx="3956791" cy="2228801"/>
          </a:xfrm>
          <a:prstGeom prst="rect">
            <a:avLst/>
          </a:prstGeom>
        </p:spPr>
      </p:pic>
      <p:pic>
        <p:nvPicPr>
          <p:cNvPr id="18" name="Picture 17">
            <a:extLst>
              <a:ext uri="{FF2B5EF4-FFF2-40B4-BE49-F238E27FC236}">
                <a16:creationId xmlns:a16="http://schemas.microsoft.com/office/drawing/2014/main" id="{453A1EB2-36D2-07A8-5E56-D25AEBD1030A}"/>
              </a:ext>
            </a:extLst>
          </p:cNvPr>
          <p:cNvPicPr>
            <a:picLocks noChangeAspect="1"/>
          </p:cNvPicPr>
          <p:nvPr/>
        </p:nvPicPr>
        <p:blipFill>
          <a:blip r:embed="rId4"/>
          <a:stretch>
            <a:fillRect/>
          </a:stretch>
        </p:blipFill>
        <p:spPr>
          <a:xfrm>
            <a:off x="4681882" y="1275371"/>
            <a:ext cx="4534126" cy="2228800"/>
          </a:xfrm>
          <a:prstGeom prst="rect">
            <a:avLst/>
          </a:prstGeom>
        </p:spPr>
      </p:pic>
      <p:pic>
        <p:nvPicPr>
          <p:cNvPr id="20" name="Picture 19">
            <a:extLst>
              <a:ext uri="{FF2B5EF4-FFF2-40B4-BE49-F238E27FC236}">
                <a16:creationId xmlns:a16="http://schemas.microsoft.com/office/drawing/2014/main" id="{B9690B00-6477-B0E4-9CB4-62CEB658E608}"/>
              </a:ext>
            </a:extLst>
          </p:cNvPr>
          <p:cNvPicPr>
            <a:picLocks noChangeAspect="1"/>
          </p:cNvPicPr>
          <p:nvPr/>
        </p:nvPicPr>
        <p:blipFill>
          <a:blip r:embed="rId5"/>
          <a:stretch>
            <a:fillRect/>
          </a:stretch>
        </p:blipFill>
        <p:spPr>
          <a:xfrm>
            <a:off x="338421" y="3429001"/>
            <a:ext cx="4057754" cy="2228800"/>
          </a:xfrm>
          <a:prstGeom prst="rect">
            <a:avLst/>
          </a:prstGeom>
        </p:spPr>
      </p:pic>
      <p:pic>
        <p:nvPicPr>
          <p:cNvPr id="22" name="Picture 21">
            <a:extLst>
              <a:ext uri="{FF2B5EF4-FFF2-40B4-BE49-F238E27FC236}">
                <a16:creationId xmlns:a16="http://schemas.microsoft.com/office/drawing/2014/main" id="{73B6BEEA-C943-04F5-46A8-60F2D4FC9E34}"/>
              </a:ext>
            </a:extLst>
          </p:cNvPr>
          <p:cNvPicPr>
            <a:picLocks noChangeAspect="1"/>
          </p:cNvPicPr>
          <p:nvPr/>
        </p:nvPicPr>
        <p:blipFill>
          <a:blip r:embed="rId6"/>
          <a:stretch>
            <a:fillRect/>
          </a:stretch>
        </p:blipFill>
        <p:spPr>
          <a:xfrm>
            <a:off x="4642415" y="3504171"/>
            <a:ext cx="4204422" cy="2309360"/>
          </a:xfrm>
          <a:prstGeom prst="rect">
            <a:avLst/>
          </a:prstGeom>
        </p:spPr>
      </p:pic>
    </p:spTree>
    <p:extLst>
      <p:ext uri="{BB962C8B-B14F-4D97-AF65-F5344CB8AC3E}">
        <p14:creationId xmlns:p14="http://schemas.microsoft.com/office/powerpoint/2010/main" val="120432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93191-51B3-6C38-9550-EA4BDA9155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CB7A8E2-09F5-7F84-8872-B384A57EE9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4784B76-0E08-0A16-064D-6E29F936F66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6E3C2FC-FAFA-ECCB-E4C7-025D49824B1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56C3107-3F9E-69F7-26E9-ADDD15A65C7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37337CE-35A3-1A08-5A17-E6DCE96C2BDC}"/>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70F3787-421C-95F2-DD58-6BF3ECA1AE60}"/>
              </a:ext>
            </a:extLst>
          </p:cNvPr>
          <p:cNvPicPr>
            <a:picLocks noChangeAspect="1"/>
          </p:cNvPicPr>
          <p:nvPr/>
        </p:nvPicPr>
        <p:blipFill>
          <a:blip r:embed="rId3"/>
          <a:stretch>
            <a:fillRect/>
          </a:stretch>
        </p:blipFill>
        <p:spPr>
          <a:xfrm>
            <a:off x="602154" y="1275371"/>
            <a:ext cx="4365866" cy="2459227"/>
          </a:xfrm>
          <a:prstGeom prst="rect">
            <a:avLst/>
          </a:prstGeom>
        </p:spPr>
      </p:pic>
      <p:pic>
        <p:nvPicPr>
          <p:cNvPr id="9" name="Picture 8">
            <a:extLst>
              <a:ext uri="{FF2B5EF4-FFF2-40B4-BE49-F238E27FC236}">
                <a16:creationId xmlns:a16="http://schemas.microsoft.com/office/drawing/2014/main" id="{1EF220D3-6ACD-CB7B-14C6-A47481666A3A}"/>
              </a:ext>
            </a:extLst>
          </p:cNvPr>
          <p:cNvPicPr>
            <a:picLocks noChangeAspect="1"/>
          </p:cNvPicPr>
          <p:nvPr/>
        </p:nvPicPr>
        <p:blipFill>
          <a:blip r:embed="rId4"/>
          <a:stretch>
            <a:fillRect/>
          </a:stretch>
        </p:blipFill>
        <p:spPr>
          <a:xfrm>
            <a:off x="5173030" y="1275370"/>
            <a:ext cx="4363758" cy="2459227"/>
          </a:xfrm>
          <a:prstGeom prst="rect">
            <a:avLst/>
          </a:prstGeom>
        </p:spPr>
      </p:pic>
      <p:pic>
        <p:nvPicPr>
          <p:cNvPr id="12" name="Picture 11">
            <a:extLst>
              <a:ext uri="{FF2B5EF4-FFF2-40B4-BE49-F238E27FC236}">
                <a16:creationId xmlns:a16="http://schemas.microsoft.com/office/drawing/2014/main" id="{C655BC47-8808-E850-9BE6-7BF47B4B2244}"/>
              </a:ext>
            </a:extLst>
          </p:cNvPr>
          <p:cNvPicPr>
            <a:picLocks noChangeAspect="1"/>
          </p:cNvPicPr>
          <p:nvPr/>
        </p:nvPicPr>
        <p:blipFill>
          <a:blip r:embed="rId5"/>
          <a:stretch>
            <a:fillRect/>
          </a:stretch>
        </p:blipFill>
        <p:spPr>
          <a:xfrm>
            <a:off x="663071" y="3734597"/>
            <a:ext cx="4244031" cy="2390599"/>
          </a:xfrm>
          <a:prstGeom prst="rect">
            <a:avLst/>
          </a:prstGeom>
        </p:spPr>
      </p:pic>
      <p:pic>
        <p:nvPicPr>
          <p:cNvPr id="17" name="Picture 16">
            <a:extLst>
              <a:ext uri="{FF2B5EF4-FFF2-40B4-BE49-F238E27FC236}">
                <a16:creationId xmlns:a16="http://schemas.microsoft.com/office/drawing/2014/main" id="{6FE54D9A-BF6E-2DC1-D051-A8E31A869263}"/>
              </a:ext>
            </a:extLst>
          </p:cNvPr>
          <p:cNvPicPr>
            <a:picLocks noChangeAspect="1"/>
          </p:cNvPicPr>
          <p:nvPr/>
        </p:nvPicPr>
        <p:blipFill>
          <a:blip r:embed="rId6"/>
          <a:stretch>
            <a:fillRect/>
          </a:stretch>
        </p:blipFill>
        <p:spPr>
          <a:xfrm>
            <a:off x="5242522" y="3834714"/>
            <a:ext cx="3331983" cy="2592761"/>
          </a:xfrm>
          <a:prstGeom prst="rect">
            <a:avLst/>
          </a:prstGeom>
        </p:spPr>
      </p:pic>
    </p:spTree>
    <p:extLst>
      <p:ext uri="{BB962C8B-B14F-4D97-AF65-F5344CB8AC3E}">
        <p14:creationId xmlns:p14="http://schemas.microsoft.com/office/powerpoint/2010/main" val="2318922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2E28B-DE41-EC11-E0FB-0DD8DF1E0FA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EEDED0B-B40B-3204-47B6-8F3362099CC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7E9E024-B545-78FB-110D-FE67AAB38CA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D075A99-A8B4-0270-D688-220BD5F0ABD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C69CD30-EA58-5AB5-AD04-63EDFCF3D8F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0A3D46D-24E6-68CF-4126-58DA6A075334}"/>
              </a:ext>
            </a:extLst>
          </p:cNvPr>
          <p:cNvPicPr>
            <a:picLocks noChangeAspect="1"/>
          </p:cNvPicPr>
          <p:nvPr/>
        </p:nvPicPr>
        <p:blipFill>
          <a:blip r:embed="rId3"/>
          <a:stretch>
            <a:fillRect/>
          </a:stretch>
        </p:blipFill>
        <p:spPr>
          <a:xfrm>
            <a:off x="615272" y="1376783"/>
            <a:ext cx="3996833" cy="4104433"/>
          </a:xfrm>
          <a:prstGeom prst="rect">
            <a:avLst/>
          </a:prstGeom>
        </p:spPr>
      </p:pic>
      <p:pic>
        <p:nvPicPr>
          <p:cNvPr id="9" name="Picture 8">
            <a:extLst>
              <a:ext uri="{FF2B5EF4-FFF2-40B4-BE49-F238E27FC236}">
                <a16:creationId xmlns:a16="http://schemas.microsoft.com/office/drawing/2014/main" id="{C0D9E9BD-A9F4-AAD0-2A0C-F90B12AB0D84}"/>
              </a:ext>
            </a:extLst>
          </p:cNvPr>
          <p:cNvPicPr>
            <a:picLocks noChangeAspect="1"/>
          </p:cNvPicPr>
          <p:nvPr/>
        </p:nvPicPr>
        <p:blipFill>
          <a:blip r:embed="rId4"/>
          <a:stretch>
            <a:fillRect/>
          </a:stretch>
        </p:blipFill>
        <p:spPr>
          <a:xfrm>
            <a:off x="5274194" y="1608410"/>
            <a:ext cx="4303068" cy="3248503"/>
          </a:xfrm>
          <a:prstGeom prst="rect">
            <a:avLst/>
          </a:prstGeom>
        </p:spPr>
      </p:pic>
    </p:spTree>
    <p:extLst>
      <p:ext uri="{BB962C8B-B14F-4D97-AF65-F5344CB8AC3E}">
        <p14:creationId xmlns:p14="http://schemas.microsoft.com/office/powerpoint/2010/main" val="291459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AC2CE-28B8-E7F9-E9C8-DA1FA497332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CDEF5D2-7D39-825F-6B5A-CD389FCDF4B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41C1509-19C9-2A0E-8C27-928C5909E5D4}"/>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CCFF42F7-D20D-46A5-DE34-82C790E5146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51E6226-BE8B-0735-948F-33EF38FB0E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EC3827D-7A2D-054B-DD04-8B88AC1C67AD}"/>
              </a:ext>
            </a:extLst>
          </p:cNvPr>
          <p:cNvSpPr txBox="1"/>
          <p:nvPr/>
        </p:nvSpPr>
        <p:spPr>
          <a:xfrm>
            <a:off x="411893" y="1201586"/>
            <a:ext cx="8924612" cy="529375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The Seasonal Agriculture Performance Analysis project can be extended in several ways:</a:t>
            </a:r>
          </a:p>
          <a:p>
            <a:endParaRPr lang="en-US" sz="1600" dirty="0">
              <a:latin typeface="Arial" panose="020B0604020202020204" pitchFamily="34" charset="0"/>
              <a:cs typeface="Arial" panose="020B0604020202020204" pitchFamily="34" charset="0"/>
            </a:endParaRPr>
          </a:p>
          <a:p>
            <a:pPr marL="285750" lvl="0" indent="-285750">
              <a:buClr>
                <a:schemeClr val="accent4">
                  <a:lumMod val="75000"/>
                </a:schemeClr>
              </a:buClr>
              <a:buFont typeface="Wingdings" panose="05000000000000000000" pitchFamily="2" charset="2"/>
              <a:buChar char="§"/>
            </a:pPr>
            <a:r>
              <a:rPr lang="en-US" sz="1600" b="1" dirty="0">
                <a:latin typeface="Arial" panose="020B0604020202020204" pitchFamily="34" charset="0"/>
                <a:cs typeface="Arial" panose="020B0604020202020204" pitchFamily="34" charset="0"/>
              </a:rPr>
              <a:t>Predictive Analysis</a:t>
            </a:r>
            <a:r>
              <a:rPr lang="en-US" sz="1600" dirty="0">
                <a:latin typeface="Arial" panose="020B0604020202020204" pitchFamily="34" charset="0"/>
                <a:cs typeface="Arial" panose="020B0604020202020204" pitchFamily="34" charset="0"/>
              </a:rPr>
              <a:t> – Machine learning models can be developed to predict crop yield, profit, or agricultural performance for future seasons.</a:t>
            </a:r>
          </a:p>
          <a:p>
            <a:pPr marL="285750" lvl="0" indent="-285750">
              <a:buClr>
                <a:schemeClr val="accent4">
                  <a:lumMod val="75000"/>
                </a:schemeClr>
              </a:buClr>
              <a:buFont typeface="Wingdings" panose="05000000000000000000" pitchFamily="2" charset="2"/>
              <a:buChar char="§"/>
            </a:pPr>
            <a:r>
              <a:rPr lang="en-US" sz="1600" b="1" dirty="0">
                <a:latin typeface="Arial" panose="020B0604020202020204" pitchFamily="34" charset="0"/>
                <a:cs typeface="Arial" panose="020B0604020202020204" pitchFamily="34" charset="0"/>
              </a:rPr>
              <a:t>Weather Integration</a:t>
            </a:r>
            <a:r>
              <a:rPr lang="en-US" sz="1600" dirty="0">
                <a:latin typeface="Arial" panose="020B0604020202020204" pitchFamily="34" charset="0"/>
                <a:cs typeface="Arial" panose="020B0604020202020204" pitchFamily="34" charset="0"/>
              </a:rPr>
              <a:t> – Real-time weather data such as rainfall, temperature, humidity, and drought conditions can be incorporated to improve seasonal analysis.</a:t>
            </a:r>
          </a:p>
          <a:p>
            <a:pPr marL="285750" lvl="0" indent="-285750">
              <a:buClr>
                <a:schemeClr val="accent4">
                  <a:lumMod val="75000"/>
                </a:schemeClr>
              </a:buClr>
              <a:buFont typeface="Wingdings" panose="05000000000000000000" pitchFamily="2" charset="2"/>
              <a:buChar char="§"/>
            </a:pPr>
            <a:r>
              <a:rPr lang="en-US" sz="1600" b="1" dirty="0">
                <a:latin typeface="Arial" panose="020B0604020202020204" pitchFamily="34" charset="0"/>
                <a:cs typeface="Arial" panose="020B0604020202020204" pitchFamily="34" charset="0"/>
              </a:rPr>
              <a:t>Crop Recommendation System</a:t>
            </a:r>
            <a:r>
              <a:rPr lang="en-US" sz="1600" dirty="0">
                <a:latin typeface="Arial" panose="020B0604020202020204" pitchFamily="34" charset="0"/>
                <a:cs typeface="Arial" panose="020B0604020202020204" pitchFamily="34" charset="0"/>
              </a:rPr>
              <a:t> – The analysis can be extended into a system that recommends suitable crops based on season, region, soil conditions, and available resources.</a:t>
            </a:r>
          </a:p>
          <a:p>
            <a:pPr marL="285750" lvl="0" indent="-285750">
              <a:buClr>
                <a:schemeClr val="accent4">
                  <a:lumMod val="75000"/>
                </a:schemeClr>
              </a:buClr>
              <a:buFont typeface="Wingdings" panose="05000000000000000000" pitchFamily="2" charset="2"/>
              <a:buChar char="§"/>
            </a:pPr>
            <a:r>
              <a:rPr lang="en-US" sz="1600" b="1" dirty="0">
                <a:latin typeface="Arial" panose="020B0604020202020204" pitchFamily="34" charset="0"/>
                <a:cs typeface="Arial" panose="020B0604020202020204" pitchFamily="34" charset="0"/>
              </a:rPr>
              <a:t>Real-Time Agricultural Dashboard</a:t>
            </a:r>
            <a:r>
              <a:rPr lang="en-US" sz="1600" dirty="0">
                <a:latin typeface="Arial" panose="020B0604020202020204" pitchFamily="34" charset="0"/>
                <a:cs typeface="Arial" panose="020B0604020202020204" pitchFamily="34" charset="0"/>
              </a:rPr>
              <a:t> – An interactive dashboard using Power BI, Tableau, or </a:t>
            </a:r>
            <a:r>
              <a:rPr lang="en-US" sz="1600" dirty="0" err="1">
                <a:latin typeface="Arial" panose="020B0604020202020204" pitchFamily="34" charset="0"/>
                <a:cs typeface="Arial" panose="020B0604020202020204" pitchFamily="34" charset="0"/>
              </a:rPr>
              <a:t>Streamlit</a:t>
            </a:r>
            <a:r>
              <a:rPr lang="en-US" sz="1600" dirty="0">
                <a:latin typeface="Arial" panose="020B0604020202020204" pitchFamily="34" charset="0"/>
                <a:cs typeface="Arial" panose="020B0604020202020204" pitchFamily="34" charset="0"/>
              </a:rPr>
              <a:t> could allow farmers and agricultural planners to monitor seasonal performance dynamically.</a:t>
            </a:r>
          </a:p>
          <a:p>
            <a:pPr marL="285750" lvl="0" indent="-285750">
              <a:buClr>
                <a:schemeClr val="accent4">
                  <a:lumMod val="75000"/>
                </a:schemeClr>
              </a:buClr>
              <a:buFont typeface="Wingdings" panose="05000000000000000000" pitchFamily="2" charset="2"/>
              <a:buChar char="§"/>
            </a:pPr>
            <a:r>
              <a:rPr lang="en-US" sz="1600" b="1" dirty="0">
                <a:latin typeface="Arial" panose="020B0604020202020204" pitchFamily="34" charset="0"/>
                <a:cs typeface="Arial" panose="020B0604020202020204" pitchFamily="34" charset="0"/>
              </a:rPr>
              <a:t>Regional Analysis</a:t>
            </a:r>
            <a:r>
              <a:rPr lang="en-US" sz="1600" dirty="0">
                <a:latin typeface="Arial" panose="020B0604020202020204" pitchFamily="34" charset="0"/>
                <a:cs typeface="Arial" panose="020B0604020202020204" pitchFamily="34" charset="0"/>
              </a:rPr>
              <a:t> – More detailed geographical analysis could identify high-performing and low-performing regions and help with region-specific agricultural planning.</a:t>
            </a:r>
          </a:p>
          <a:p>
            <a:pPr marL="285750" lvl="0" indent="-285750">
              <a:buClr>
                <a:schemeClr val="accent4">
                  <a:lumMod val="75000"/>
                </a:schemeClr>
              </a:buClr>
              <a:buFont typeface="Wingdings" panose="05000000000000000000" pitchFamily="2" charset="2"/>
              <a:buChar char="§"/>
            </a:pPr>
            <a:r>
              <a:rPr lang="en-US" sz="1600" b="1" dirty="0">
                <a:latin typeface="Arial" panose="020B0604020202020204" pitchFamily="34" charset="0"/>
                <a:cs typeface="Arial" panose="020B0604020202020204" pitchFamily="34" charset="0"/>
              </a:rPr>
              <a:t>Resource Optimization</a:t>
            </a:r>
            <a:r>
              <a:rPr lang="en-US" sz="1600" dirty="0">
                <a:latin typeface="Arial" panose="020B0604020202020204" pitchFamily="34" charset="0"/>
                <a:cs typeface="Arial" panose="020B0604020202020204" pitchFamily="34" charset="0"/>
              </a:rPr>
              <a:t> – Future models could recommend optimal usage of water, fertilizer, pesticides, labor, and other resources to improve productivity while reducing costs.</a:t>
            </a:r>
          </a:p>
          <a:p>
            <a:pPr marL="285750" lvl="0" indent="-285750">
              <a:buClr>
                <a:schemeClr val="accent4">
                  <a:lumMod val="75000"/>
                </a:schemeClr>
              </a:buClr>
              <a:buFont typeface="Wingdings" panose="05000000000000000000" pitchFamily="2" charset="2"/>
              <a:buChar char="§"/>
            </a:pPr>
            <a:r>
              <a:rPr lang="en-US" sz="1600" b="1" dirty="0">
                <a:latin typeface="Arial" panose="020B0604020202020204" pitchFamily="34" charset="0"/>
                <a:cs typeface="Arial" panose="020B0604020202020204" pitchFamily="34" charset="0"/>
              </a:rPr>
              <a:t>AI-Based Decision Support</a:t>
            </a:r>
            <a:r>
              <a:rPr lang="en-US" sz="1600" dirty="0">
                <a:latin typeface="Arial" panose="020B0604020202020204" pitchFamily="34" charset="0"/>
                <a:cs typeface="Arial" panose="020B0604020202020204" pitchFamily="34" charset="0"/>
              </a:rPr>
              <a:t> – AI could be incorporated to provide personalized recommendations to farmers based on historical and current agricultural conditions.</a:t>
            </a:r>
          </a:p>
          <a:p>
            <a:pPr marL="285750" lvl="0" indent="-285750">
              <a:buClr>
                <a:schemeClr val="accent4">
                  <a:lumMod val="75000"/>
                </a:schemeClr>
              </a:buClr>
              <a:buFont typeface="Wingdings" panose="05000000000000000000" pitchFamily="2" charset="2"/>
              <a:buChar char="§"/>
            </a:pPr>
            <a:r>
              <a:rPr lang="en-US" sz="1600" b="1" dirty="0">
                <a:latin typeface="Arial" panose="020B0604020202020204" pitchFamily="34" charset="0"/>
                <a:cs typeface="Arial" panose="020B0604020202020204" pitchFamily="34" charset="0"/>
              </a:rPr>
              <a:t>Larger and Real-Time Datasets</a:t>
            </a:r>
            <a:r>
              <a:rPr lang="en-US" sz="1600" dirty="0">
                <a:latin typeface="Arial" panose="020B0604020202020204" pitchFamily="34" charset="0"/>
                <a:cs typeface="Arial" panose="020B0604020202020204" pitchFamily="34" charset="0"/>
              </a:rPr>
              <a:t> – Future versions could use larger datasets collected over multiple years to identify long-term trends and make more reliable predictions.</a:t>
            </a:r>
          </a:p>
          <a:p>
            <a:endParaRPr lang="en-US" dirty="0"/>
          </a:p>
        </p:txBody>
      </p:sp>
    </p:spTree>
    <p:extLst>
      <p:ext uri="{BB962C8B-B14F-4D97-AF65-F5344CB8AC3E}">
        <p14:creationId xmlns:p14="http://schemas.microsoft.com/office/powerpoint/2010/main" val="137937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95057B04-CFF1-3941-7FE9-5BF53130C11A}"/>
              </a:ext>
            </a:extLst>
          </p:cNvPr>
          <p:cNvSpPr txBox="1"/>
          <p:nvPr/>
        </p:nvSpPr>
        <p:spPr>
          <a:xfrm>
            <a:off x="3664543" y="2721114"/>
            <a:ext cx="3023937" cy="707886"/>
          </a:xfrm>
          <a:prstGeom prst="rect">
            <a:avLst/>
          </a:prstGeom>
          <a:noFill/>
        </p:spPr>
        <p:txBody>
          <a:bodyPr wrap="square" rtlCol="0">
            <a:spAutoFit/>
          </a:bodyPr>
          <a:lstStyle/>
          <a:p>
            <a:r>
              <a:rPr lang="en-US" sz="4000" u="sng" dirty="0">
                <a:latin typeface="Arial" panose="020B0604020202020204" pitchFamily="34" charset="0"/>
                <a:cs typeface="Arial" panose="020B0604020202020204" pitchFamily="34" charset="0"/>
                <a:hlinkClick r:id="rId3"/>
              </a:rPr>
              <a:t>DEMO LINK</a:t>
            </a:r>
            <a:endParaRPr lang="en-US" sz="4000" u="sng" dirty="0">
              <a:latin typeface="Arial" panose="020B0604020202020204" pitchFamily="34" charset="0"/>
              <a:cs typeface="Arial" panose="020B0604020202020204" pitchFamily="34" charset="0"/>
            </a:endParaRPr>
          </a:p>
        </p:txBody>
      </p:sp>
      <p:pic>
        <p:nvPicPr>
          <p:cNvPr id="3" name="Picture 2" descr="Download Github, Github Logo, Github Icon. Royalty-Free ...">
            <a:extLst>
              <a:ext uri="{FF2B5EF4-FFF2-40B4-BE49-F238E27FC236}">
                <a16:creationId xmlns:a16="http://schemas.microsoft.com/office/drawing/2014/main" id="{D4972D37-D23E-8D30-0AE9-70DD3141B4EA}"/>
              </a:ext>
            </a:extLst>
          </p:cNvPr>
          <p:cNvPicPr>
            <a:picLocks noChangeAspect="1"/>
          </p:cNvPicPr>
          <p:nvPr/>
        </p:nvPicPr>
        <p:blipFill>
          <a:blip r:embed="rId4"/>
          <a:stretch>
            <a:fillRect/>
          </a:stretch>
        </p:blipFill>
        <p:spPr>
          <a:xfrm>
            <a:off x="1291256" y="2471486"/>
            <a:ext cx="1752600" cy="1409700"/>
          </a:xfrm>
          <a:prstGeom prst="rect">
            <a:avLst/>
          </a:prstGeom>
        </p:spPr>
      </p:pic>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D1F0946-0D3B-8D22-437E-273777EE0FC0}"/>
              </a:ext>
            </a:extLst>
          </p:cNvPr>
          <p:cNvPicPr>
            <a:picLocks noChangeAspect="1"/>
          </p:cNvPicPr>
          <p:nvPr/>
        </p:nvPicPr>
        <p:blipFill>
          <a:blip r:embed="rId3"/>
          <a:srcRect l="896" r="896"/>
          <a:stretch>
            <a:fillRect/>
          </a:stretch>
        </p:blipFill>
        <p:spPr>
          <a:xfrm>
            <a:off x="1283369" y="1564105"/>
            <a:ext cx="7908758" cy="492330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841616" y="2333530"/>
            <a:ext cx="7023783" cy="1970666"/>
          </a:xfrm>
        </p:spPr>
        <p:txBody>
          <a:bodyPr>
            <a:normAutofit fontScale="25000" lnSpcReduction="20000"/>
          </a:bodyPr>
          <a:lstStyle/>
          <a:p>
            <a:r>
              <a:rPr lang="en-US" sz="7200" b="0" dirty="0">
                <a:solidFill>
                  <a:schemeClr val="tx1"/>
                </a:solidFill>
                <a:latin typeface="Arial" panose="020B0604020202020204" pitchFamily="34" charset="0"/>
                <a:cs typeface="Arial" panose="020B0604020202020204" pitchFamily="34" charset="0"/>
              </a:rPr>
              <a:t>Thank you for reviewing my project on Seasonal Agriculture Performance Analysis. I hope this analysis clearly demonstrates how data can be used to understand crop performance, resource use, environmental conditions, and farm profitability. I am grateful for the opportunity to complete this project and improve my data-analysis skills.</a:t>
            </a: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687</TotalTime>
  <Words>863</Words>
  <Application>Microsoft Office PowerPoint</Application>
  <PresentationFormat>Widescreen</PresentationFormat>
  <Paragraphs>86</Paragraphs>
  <Slides>39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Aldine721 BT</vt: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Khushi Wanjari</cp:lastModifiedBy>
  <cp:revision>102</cp:revision>
  <dcterms:created xsi:type="dcterms:W3CDTF">2021-07-11T13:13:15Z</dcterms:created>
  <dcterms:modified xsi:type="dcterms:W3CDTF">2026-09-06T14:29:46Z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